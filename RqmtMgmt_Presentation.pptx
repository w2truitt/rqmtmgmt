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66CC"/>
                </a:solidFill>
              </a:defRPr>
            </a:pPr>
            <a:r>
              <a:t>RqmtMgmt: Requirements &amp; Test Management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Enterprise-Grade Solution Built with .NET &amp; AI-Powered Development</a:t>
            </a:r>
          </a:p>
          <a:p>
            <a:r>
              <a:t>Version 1.0.15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Web-based enterprise tool for managing requirements and test cases</a:t>
            </a:r>
          </a:p>
          <a:p>
            <a:pPr>
              <a:spcAft>
                <a:spcPts val="1200"/>
              </a:spcAft>
              <a:defRPr sz="1800"/>
            </a:pPr>
            <a:r>
              <a:t>Built for Product Owners, Engineers, and QA Teams</a:t>
            </a:r>
          </a:p>
          <a:p>
            <a:pPr>
              <a:spcAft>
                <a:spcPts val="1200"/>
              </a:spcAft>
              <a:defRPr sz="1800"/>
            </a:pPr>
            <a:r>
              <a:t>Modern architecture: Blazor WebAssembly + .NET 8 Web API</a:t>
            </a:r>
          </a:p>
          <a:p>
            <a:pPr>
              <a:spcAft>
                <a:spcPts val="1200"/>
              </a:spcAft>
              <a:defRPr sz="1800"/>
            </a:pPr>
            <a:r>
              <a:t>Deployed on Kubernetes (Rancher Desktop)</a:t>
            </a:r>
          </a:p>
          <a:p>
            <a:pPr>
              <a:spcAft>
                <a:spcPts val="1200"/>
              </a:spcAft>
              <a:defRPr sz="1800"/>
            </a:pPr>
            <a:r>
              <a:t>Comprehensive test coverage: 732 automated tests</a:t>
            </a:r>
          </a:p>
          <a:p>
            <a:pPr>
              <a:spcAft>
                <a:spcPts val="1200"/>
              </a:spcAft>
              <a:defRPr sz="1800"/>
            </a:pPr>
            <a:r>
              <a:t>Full traceability from requirements to test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Frontend: Blazor WebAssembly (C#) - Modern SPA framework</a:t>
            </a:r>
          </a:p>
          <a:p>
            <a:pPr>
              <a:spcAft>
                <a:spcPts val="1200"/>
              </a:spcAft>
              <a:defRPr sz="1800"/>
            </a:pPr>
            <a:r>
              <a:t>Backend: .NET 8 Web API - High-performance RESTful API</a:t>
            </a:r>
          </a:p>
          <a:p>
            <a:pPr>
              <a:spcAft>
                <a:spcPts val="1200"/>
              </a:spcAft>
              <a:defRPr sz="1800"/>
            </a:pPr>
            <a:r>
              <a:t>Database: SQL Server with Entity Framework Core</a:t>
            </a:r>
          </a:p>
          <a:p>
            <a:pPr>
              <a:spcAft>
                <a:spcPts val="1200"/>
              </a:spcAft>
              <a:defRPr sz="1800"/>
            </a:pPr>
            <a:r>
              <a:t>Authentication: Duende IdentityServer with OAuth 2.0/OIDC</a:t>
            </a:r>
          </a:p>
          <a:p>
            <a:pPr>
              <a:spcAft>
                <a:spcPts val="1200"/>
              </a:spcAft>
              <a:defRPr sz="1800"/>
            </a:pPr>
            <a:r>
              <a:t>Containerization: Docker containers orchestrated by Kubernetes</a:t>
            </a:r>
          </a:p>
          <a:p>
            <a:pPr>
              <a:spcAft>
                <a:spcPts val="1200"/>
              </a:spcAft>
              <a:defRPr sz="1800"/>
            </a:pPr>
            <a:r>
              <a:t>Security: HTTPS/TLS with certificate management</a:t>
            </a:r>
          </a:p>
          <a:p>
            <a:pPr>
              <a:spcAft>
                <a:spcPts val="1200"/>
              </a:spcAft>
              <a:defRPr sz="1800"/>
            </a:pPr>
            <a:r>
              <a:t>Shared Library: RqmtMgmtShared for type-safe DTOs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Application Dashboard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77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Modern, responsive UI built with Blazor WebAssembly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Project Management</a:t>
            </a:r>
          </a:p>
        </p:txBody>
      </p:sp>
      <p:pic>
        <p:nvPicPr>
          <p:cNvPr id="4" name="Picture 3" descr="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77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Organize requirements and tests by project with comprehensive search and filtering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Requirements Management</a:t>
            </a:r>
          </a:p>
        </p:txBody>
      </p:sp>
      <p:pic>
        <p:nvPicPr>
          <p:cNvPr id="4" name="Picture 3" descr="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77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Hierarchical requirements with versioning and traceability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Document Management</a:t>
            </a:r>
          </a:p>
        </p:txBody>
      </p:sp>
      <p:pic>
        <p:nvPicPr>
          <p:cNvPr id="4" name="Picture 3" descr="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77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Attach and manage specification documents with requirement linking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Test Case Management</a:t>
            </a:r>
          </a:p>
        </p:txBody>
      </p:sp>
      <p:pic>
        <p:nvPicPr>
          <p:cNvPr id="4" name="Picture 3" descr="testcases-project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77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Comprehensive test case management with execution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Kubernetes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Running on Rancher Desktop Kubernetes cluster</a:t>
            </a:r>
          </a:p>
          <a:p>
            <a:pPr>
              <a:spcAft>
                <a:spcPts val="800"/>
              </a:spcAft>
              <a:defRPr sz="1600"/>
            </a:pPr>
            <a:r>
              <a:t>Namespace: rqmtmgmt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Active Pods:</a:t>
            </a:r>
          </a:p>
          <a:p>
            <a:pPr>
              <a:spcAft>
                <a:spcPts val="800"/>
              </a:spcAft>
              <a:defRPr sz="1600"/>
            </a:pPr>
            <a:r>
              <a:t>  • backend-67cd869c47-fb4lc (Running)</a:t>
            </a:r>
          </a:p>
          <a:p>
            <a:pPr>
              <a:spcAft>
                <a:spcPts val="800"/>
              </a:spcAft>
              <a:defRPr sz="1600"/>
            </a:pPr>
            <a:r>
              <a:t>  • frontend-64cbfff58c-9l948 (Running)</a:t>
            </a:r>
          </a:p>
          <a:p>
            <a:pPr>
              <a:spcAft>
                <a:spcPts val="800"/>
              </a:spcAft>
              <a:defRPr sz="1600"/>
            </a:pPr>
            <a:r>
              <a:t>  • identityserver-7d69c95f89-cx7sb (Running)</a:t>
            </a:r>
          </a:p>
          <a:p>
            <a:pPr>
              <a:spcAft>
                <a:spcPts val="800"/>
              </a:spcAft>
              <a:defRPr sz="1600"/>
            </a:pPr>
            <a:r>
              <a:t>  • mssql-0 (StatefulSet - Running)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Services:</a:t>
            </a:r>
          </a:p>
          <a:p>
            <a:pPr>
              <a:spcAft>
                <a:spcPts val="800"/>
              </a:spcAft>
              <a:defRPr sz="1600"/>
            </a:pPr>
            <a:r>
              <a:t>  • backend-service (ClusterIP: 10.43.184.190)</a:t>
            </a:r>
          </a:p>
          <a:p>
            <a:pPr>
              <a:spcAft>
                <a:spcPts val="800"/>
              </a:spcAft>
              <a:defRPr sz="1600"/>
            </a:pPr>
            <a:r>
              <a:t>  • frontend-service (ClusterIP: 10.43.106.137)</a:t>
            </a:r>
          </a:p>
          <a:p>
            <a:pPr>
              <a:spcAft>
                <a:spcPts val="800"/>
              </a:spcAft>
              <a:defRPr sz="1600"/>
            </a:pPr>
            <a:r>
              <a:t>  • identityserver-service (ClusterIP: 10.43.232.135)</a:t>
            </a:r>
          </a:p>
          <a:p>
            <a:pPr>
              <a:spcAft>
                <a:spcPts val="800"/>
              </a:spcAft>
              <a:defRPr sz="1600"/>
            </a:pPr>
            <a:r>
              <a:t>  • mssql-service (ClusterIP: 10.43.114.158)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Ingress: rqmtmgmt.local (Traefik) - HTTPS enabled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RESTful API with Swagger</a:t>
            </a:r>
          </a:p>
        </p:txBody>
      </p:sp>
      <p:pic>
        <p:nvPicPr>
          <p:cNvPr id="4" name="Picture 3" descr="swagger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277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Comprehensive API documentation with OAuth 2.0 authentication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Comprehensive Test Coverage - 732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Frontend Component Tests (73): bUnit-based isolation testing</a:t>
            </a:r>
          </a:p>
          <a:p>
            <a:pPr>
              <a:spcAft>
                <a:spcPts val="1200"/>
              </a:spcAft>
              <a:defRPr sz="1800"/>
            </a:pPr>
            <a:r>
              <a:t>End-to-End Tests (53): Playwright browser automation</a:t>
            </a:r>
          </a:p>
          <a:p>
            <a:pPr>
              <a:spcAft>
                <a:spcPts val="1200"/>
              </a:spcAft>
              <a:defRPr sz="1800"/>
            </a:pPr>
            <a:r>
              <a:t>Backend Unit Tests (499): Service and business logic validation</a:t>
            </a:r>
          </a:p>
          <a:p>
            <a:pPr>
              <a:spcAft>
                <a:spcPts val="1200"/>
              </a:spcAft>
              <a:defRPr sz="1800"/>
            </a:pPr>
            <a:r>
              <a:t>Backend API Tests (160): Integration testing with real database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CI/CD Integration: All tests run automatically on commits</a:t>
            </a:r>
          </a:p>
          <a:p>
            <a:pPr>
              <a:spcAft>
                <a:spcPts val="1200"/>
              </a:spcAft>
              <a:defRPr sz="1800"/>
            </a:pPr>
            <a:r>
              <a:t>Test Isolation: Each test runs in isolated context</a:t>
            </a:r>
          </a:p>
          <a:p>
            <a:pPr>
              <a:spcAft>
                <a:spcPts val="1200"/>
              </a:spcAft>
              <a:defRPr sz="1800"/>
            </a:pPr>
            <a:r>
              <a:t>Performance: Optimized fixture sharing reduces test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AI-Enhanced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GitHub Copilot: Code generation and completion throughout development</a:t>
            </a:r>
          </a:p>
          <a:p>
            <a:pPr>
              <a:spcAft>
                <a:spcPts val="1200"/>
              </a:spcAft>
              <a:defRPr sz="1800"/>
            </a:pPr>
            <a:r>
              <a:t>AI-Assisted Architecture: Design decisions validated by AI models</a:t>
            </a:r>
          </a:p>
          <a:p>
            <a:pPr>
              <a:spcAft>
                <a:spcPts val="1200"/>
              </a:spcAft>
              <a:defRPr sz="1800"/>
            </a:pPr>
            <a:r>
              <a:t>Automated Code Review: AI-powered analysis for quality and security</a:t>
            </a:r>
          </a:p>
          <a:p>
            <a:pPr>
              <a:spcAft>
                <a:spcPts val="1200"/>
              </a:spcAft>
              <a:defRPr sz="1800"/>
            </a:pPr>
            <a:r>
              <a:t>Test Generation: AI-suggested test cases and edge case detection</a:t>
            </a:r>
          </a:p>
          <a:p>
            <a:pPr>
              <a:spcAft>
                <a:spcPts val="1200"/>
              </a:spcAft>
              <a:defRPr sz="1800"/>
            </a:pPr>
            <a:r>
              <a:t>Documentation: AI-assisted technical documentation creation</a:t>
            </a:r>
          </a:p>
          <a:p>
            <a:pPr>
              <a:spcAft>
                <a:spcPts val="1200"/>
              </a:spcAft>
              <a:defRPr sz="1800"/>
            </a:pPr>
            <a:r>
              <a:t>Refactoring: AI-guided code improvements and pattern recognition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Result: Accelerated development with enterprise-quality output</a:t>
            </a:r>
          </a:p>
          <a:p>
            <a:pPr>
              <a:spcAft>
                <a:spcPts val="1200"/>
              </a:spcAft>
              <a:defRPr sz="1800"/>
            </a:pPr>
            <a:r>
              <a:t>732 comprehensive tests all generated with AI assistance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Hierarchical Requirements: Parent-child relationships with full traceability</a:t>
            </a:r>
          </a:p>
          <a:p>
            <a:pPr>
              <a:spcAft>
                <a:spcPts val="1200"/>
              </a:spcAft>
              <a:defRPr sz="1800"/>
            </a:pPr>
            <a:r>
              <a:t>Version Control: Complete audit history for all requirements and tests</a:t>
            </a:r>
          </a:p>
          <a:p>
            <a:pPr>
              <a:spcAft>
                <a:spcPts val="1200"/>
              </a:spcAft>
              <a:defRPr sz="1800"/>
            </a:pPr>
            <a:r>
              <a:t>Test Execution: Track test runs, results, and metrics over time</a:t>
            </a:r>
          </a:p>
          <a:p>
            <a:pPr>
              <a:spcAft>
                <a:spcPts val="1200"/>
              </a:spcAft>
              <a:defRPr sz="1800"/>
            </a:pPr>
            <a:r>
              <a:t>Document Management: Link specifications to requirements</a:t>
            </a:r>
          </a:p>
          <a:p>
            <a:pPr>
              <a:spcAft>
                <a:spcPts val="1200"/>
              </a:spcAft>
              <a:defRPr sz="1800"/>
            </a:pPr>
            <a:r>
              <a:t>Role-Based Access: Secure authentication with IdentityServer</a:t>
            </a:r>
          </a:p>
          <a:p>
            <a:pPr>
              <a:spcAft>
                <a:spcPts val="1200"/>
              </a:spcAft>
              <a:defRPr sz="1800"/>
            </a:pPr>
            <a:r>
              <a:t>Real-time Collaboration: Multi-user support with concurrent editing</a:t>
            </a:r>
          </a:p>
          <a:p>
            <a:pPr>
              <a:spcAft>
                <a:spcPts val="1200"/>
              </a:spcAft>
              <a:defRPr sz="1800"/>
            </a:pPr>
            <a:r>
              <a:t>Search &amp; Filter: Advanced querying across all entities</a:t>
            </a:r>
          </a:p>
          <a:p>
            <a:pPr>
              <a:spcAft>
                <a:spcPts val="1200"/>
              </a:spcAft>
              <a:defRPr sz="1800"/>
            </a:pPr>
            <a:r>
              <a:t>Export &amp; Reporting: Generate compliance documentation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AI-Powered Test Generation from requirements</a:t>
            </a:r>
          </a:p>
          <a:p>
            <a:pPr>
              <a:spcAft>
                <a:spcPts val="1200"/>
              </a:spcAft>
              <a:defRPr sz="1800"/>
            </a:pPr>
            <a:r>
              <a:t>Automated Redline Document Generation for version comparison</a:t>
            </a:r>
          </a:p>
          <a:p>
            <a:pPr>
              <a:spcAft>
                <a:spcPts val="1200"/>
              </a:spcAft>
              <a:defRPr sz="1800"/>
            </a:pPr>
            <a:r>
              <a:t>Advanced Analytics and Dashboards</a:t>
            </a:r>
          </a:p>
          <a:p>
            <a:pPr>
              <a:spcAft>
                <a:spcPts val="1200"/>
              </a:spcAft>
              <a:defRPr sz="1800"/>
            </a:pPr>
            <a:r>
              <a:t>Integration with CI/CD pipelines for automated test execution</a:t>
            </a:r>
          </a:p>
          <a:p>
            <a:pPr>
              <a:spcAft>
                <a:spcPts val="1200"/>
              </a:spcAft>
              <a:defRPr sz="1800"/>
            </a:pPr>
            <a:r>
              <a:t>Mobile-responsive UI improvements</a:t>
            </a:r>
          </a:p>
          <a:p>
            <a:pPr>
              <a:spcAft>
                <a:spcPts val="1200"/>
              </a:spcAft>
              <a:defRPr sz="1800"/>
            </a:pPr>
            <a:r>
              <a:t>Azure DevOps and Jira integration</a:t>
            </a:r>
          </a:p>
          <a:p>
            <a:pPr>
              <a:spcAft>
                <a:spcPts val="1200"/>
              </a:spcAft>
              <a:defRPr sz="1800"/>
            </a:pPr>
            <a:r>
              <a:t>Multi-tenancy for enterprise deployment</a:t>
            </a:r>
          </a:p>
          <a:p>
            <a:pPr>
              <a:spcAft>
                <a:spcPts val="1200"/>
              </a:spcAft>
              <a:defRPr sz="1800"/>
            </a:pPr>
            <a:r>
              <a:t>Real-time notifications and collaboration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